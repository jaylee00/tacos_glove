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47" autoAdjust="0"/>
    <p:restoredTop sz="94660"/>
  </p:normalViewPr>
  <p:slideViewPr>
    <p:cSldViewPr snapToGrid="0">
      <p:cViewPr varScale="1">
        <p:scale>
          <a:sx n="60" d="100"/>
          <a:sy n="60" d="100"/>
        </p:scale>
        <p:origin x="42" y="10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694A44-2C35-42AA-B811-4BBE57F5EF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68FC0BA-9DED-44F8-8DFC-9EBC1F825C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A919B5-EE96-4984-8A8C-7B3C7A52B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E3046-6D1B-4543-9618-F9E7F3FA347C}" type="datetimeFigureOut">
              <a:rPr lang="ko-KR" altLang="en-US" smtClean="0"/>
              <a:t>2025-10-12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7C178B6-41AA-4022-9C7A-2481625CE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534176-3EE2-43F7-ABD1-911F203F1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71E38-7BA1-4264-AEDB-868A8A75FB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9199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7418E3-6B91-407F-A462-598D65053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469BDE-D438-4A9E-8869-78D92B2906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7C5A415-4F4F-4B6B-82F8-FC48C663A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E3046-6D1B-4543-9618-F9E7F3FA347C}" type="datetimeFigureOut">
              <a:rPr lang="ko-KR" altLang="en-US" smtClean="0"/>
              <a:t>2025-10-12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28E23A2-3702-4D92-BC85-20E9D1928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C75408-927F-4C24-9790-9FD46DDE0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71E38-7BA1-4264-AEDB-868A8A75FB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1142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6F092B-49DA-471B-B016-008F47D9E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AC2E836-9A2A-48E8-A0D6-CB6965BFE1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552F11-4A43-46E2-9D89-6EDBD0A88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E3046-6D1B-4543-9618-F9E7F3FA347C}" type="datetimeFigureOut">
              <a:rPr lang="ko-KR" altLang="en-US" smtClean="0"/>
              <a:t>2025-10-12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01316D-1E41-4C5A-8072-BE12F8ACB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ED389C-B4D4-42B4-B16A-9B73168A2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71E38-7BA1-4264-AEDB-868A8A75FB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3904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7429C4-C89C-4CB3-8C71-CE0549C70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08FEE2-917E-47AA-AEAA-0E8ADB94CC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859F00C-AD2A-4E9E-88EB-8B62681977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3BFEF8D-3C20-4393-AA36-5520284DC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E3046-6D1B-4543-9618-F9E7F3FA347C}" type="datetimeFigureOut">
              <a:rPr lang="ko-KR" altLang="en-US" smtClean="0"/>
              <a:t>2025-10-12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1408FA6-9635-475F-A660-146C1F3D7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253749-5355-45C6-8718-20FA4B115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71E38-7BA1-4264-AEDB-868A8A75FB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9844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E5A4F0-E805-4EC3-BBB3-507BD5F09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EED0EA-C34F-46AC-8CB6-CDFC1C3921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0F688CD-F325-4221-8C6B-3C10933E52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04EB2C2-91F7-4194-801E-7578D996BC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189CEA4-970D-4EF7-A349-5D70EBF4BD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CF9DAFA-9CC7-4DF6-8CD2-702DBE91A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E3046-6D1B-4543-9618-F9E7F3FA347C}" type="datetimeFigureOut">
              <a:rPr lang="ko-KR" altLang="en-US" smtClean="0"/>
              <a:t>2025-10-12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86950FE-10C9-47DB-A1F1-5B2F6E0F2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A832A6C-F249-46A0-856A-0853E025D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71E38-7BA1-4264-AEDB-868A8A75FB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5608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FE0CD6-7DB1-4A5F-98C7-12CC92719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29852BE-0D78-4E14-BCCC-747EF7C4C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E3046-6D1B-4543-9618-F9E7F3FA347C}" type="datetimeFigureOut">
              <a:rPr lang="ko-KR" altLang="en-US" smtClean="0"/>
              <a:t>2025-10-12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15325CA-50B2-4B05-9325-2F4E82E09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051A64B-459B-4A74-AF98-8AA89458A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71E38-7BA1-4264-AEDB-868A8A75FB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0182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F0FD3BC-A277-4D48-B0D3-AFCA3193A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E3046-6D1B-4543-9618-F9E7F3FA347C}" type="datetimeFigureOut">
              <a:rPr lang="ko-KR" altLang="en-US" smtClean="0"/>
              <a:t>2025-10-12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4937DC9-B2F1-44B7-9264-AF05E8A5A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511795-F1B9-4A17-9D4A-5710750C3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71E38-7BA1-4264-AEDB-868A8A75FB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1235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1F277A-E7DF-4A2E-9F8F-F4C21BF6B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4B12D1-7A95-436A-B005-E985DB135C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6E0824A-83EF-4356-8CB2-D64127D66D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8954DBA-B4BC-40EB-8413-12AF32CCA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E3046-6D1B-4543-9618-F9E7F3FA347C}" type="datetimeFigureOut">
              <a:rPr lang="ko-KR" altLang="en-US" smtClean="0"/>
              <a:t>2025-10-12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5FDCE40-E1A9-4685-A68F-C822A22DA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1F7F72B-62DB-4FE4-99EB-046537A55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71E38-7BA1-4264-AEDB-868A8A75FB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7552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2AFC2F-0C45-45FC-AF7F-DFBFB1156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D166F37-280E-4CA0-85FF-DD5826BF9A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C3289DD-2671-42A7-A388-6D4BAA388C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054E40A-6F45-42D5-BA58-7310C152C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E3046-6D1B-4543-9618-F9E7F3FA347C}" type="datetimeFigureOut">
              <a:rPr lang="ko-KR" altLang="en-US" smtClean="0"/>
              <a:t>2025-10-12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659C2B8-1A6F-47FC-BB47-09FDA061E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DA3172F-87DA-4220-8A8D-B86774D96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71E38-7BA1-4264-AEDB-868A8A75FB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5021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40371E-C104-40FA-A5F0-6B47B568D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C612F88-4B15-41DA-95FD-DB38CD68DA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0C4735-C01F-4887-B92B-C164B04CA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E3046-6D1B-4543-9618-F9E7F3FA347C}" type="datetimeFigureOut">
              <a:rPr lang="ko-KR" altLang="en-US" smtClean="0"/>
              <a:t>2025-10-12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CA47D4B-FB8D-407F-AB5D-928673BF9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66E28E-5D0C-4753-AE36-88EE7442D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71E38-7BA1-4264-AEDB-868A8A75FB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840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A2AEF30-6E51-49E0-92B2-F01E0B0A15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21178EB-05CF-4D72-AA26-33810CD56E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64B3048-0443-482A-8243-8899FF27C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E3046-6D1B-4543-9618-F9E7F3FA347C}" type="datetimeFigureOut">
              <a:rPr lang="ko-KR" altLang="en-US" smtClean="0"/>
              <a:t>2025-10-12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B1E6EB-4E55-4A0D-B0A0-6723690AE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50E1B8-F638-454A-8FEC-FD6AEE5AB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71E38-7BA1-4264-AEDB-868A8A75FB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3745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A18E870-21DE-4CB4-8CC6-6A559C1AF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1B237E9-A123-4AF6-8D0D-BECEB25810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85BF7C-CDC2-485B-918B-914CA1C84C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E3046-6D1B-4543-9618-F9E7F3FA347C}" type="datetimeFigureOut">
              <a:rPr lang="ko-KR" altLang="en-US" smtClean="0"/>
              <a:t>2025-10-12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7F22B81-B639-41E9-8426-626956C1E2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B5C0C8-836F-4BBB-A213-914D1E6229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471E38-7BA1-4264-AEDB-868A8A75FB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3709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B9C7D70D-9B0C-46A9-AE87-CFEB1CE05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0799" y="183210"/>
            <a:ext cx="9119032" cy="22779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5121F8D-68B1-456C-BF24-C70ABAF609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688" y="183210"/>
            <a:ext cx="3833923" cy="272777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B0E7902-66B2-4FA6-87A9-1873CCE782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5154" y="2461110"/>
            <a:ext cx="10004129" cy="24892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2CAEEB5-7EB2-4066-AD4A-D2A60A6D04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024" y="3504045"/>
            <a:ext cx="2943636" cy="8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9311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7D84AD8E-4DF3-4789-8375-4924FA4A18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603" y="66666"/>
            <a:ext cx="4725881" cy="336233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284BFB9-EB01-40B9-9DF3-BD03BB09EA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9485" y="66666"/>
            <a:ext cx="6861884" cy="195169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F6BC6D1-FF9B-4629-B9B0-1FD61EA0ED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3974" y="2018363"/>
            <a:ext cx="6717395" cy="1884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368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4C2E24DE-75A1-4AAB-9A68-58A576152C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639" y="163599"/>
            <a:ext cx="4510329" cy="308352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357F190-F8B7-4426-BCB8-D517983C24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1465" y="163599"/>
            <a:ext cx="6914854" cy="188979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FFA5A44-C4C9-4FFE-BF33-2B9358461F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7344" y="2053389"/>
            <a:ext cx="6668975" cy="180201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94864A8-982E-4DB4-AD15-78C72EC772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723" y="3612276"/>
            <a:ext cx="2934109" cy="1124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8435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0</Words>
  <Application>Microsoft Office PowerPoint</Application>
  <PresentationFormat>와이드스크린</PresentationFormat>
  <Paragraphs>0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이재성</dc:creator>
  <cp:lastModifiedBy>이재성</cp:lastModifiedBy>
  <cp:revision>4</cp:revision>
  <dcterms:created xsi:type="dcterms:W3CDTF">2025-10-12T08:08:17Z</dcterms:created>
  <dcterms:modified xsi:type="dcterms:W3CDTF">2025-10-12T09:31:32Z</dcterms:modified>
</cp:coreProperties>
</file>